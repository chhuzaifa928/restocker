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Routes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Auto-approved</c:v>
                </c:pt>
                <c:pt idx="1">
                  <c:v>Escalated</c:v>
                </c:pt>
                <c:pt idx="2">
                  <c:v>Blocked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21</c:v>
                </c:pt>
                <c:pt idx="1">
                  <c:v>6</c:v>
                </c:pt>
                <c:pt idx="2">
                  <c:v>3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203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ReStock AI — a human-governed autonomous purchasing officer, built for Agentika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Restocker/6dbfda38-6eff-5610-9deb-928beb50c61b/scratchpad/logo_p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21808" y="96012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14400" y="265176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ReStock AI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56616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Human-Governed Autonomous Purchasing Officer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605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EB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handles the volume. The human owns the judgment.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749040" y="48920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6213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749040" y="4892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Agentika 2.0 · NaSCon 2026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72200" y="4892040"/>
            <a:ext cx="2286000" cy="384048"/>
          </a:xfrm>
          <a:prstGeom prst="roundRect">
            <a:avLst>
              <a:gd name="adj" fmla="val 50000"/>
            </a:avLst>
          </a:prstGeom>
          <a:solidFill>
            <a:srgbClr val="1621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172200" y="489204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+ AI: Better Together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7607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9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Chat GPTwo  ·  Chaudhary Muhammad Huzaifa Ali  ·  Umamah Nasir Khan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restock decisions every week — and both naive answers fail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automation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5176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mispriced or oversized order silently burns the budget.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human sees the risky calls before money is spent.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scale as fast as the automation does.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63640" y="17373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2011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manual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65176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drowns in routine approvals.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demand changes is too slow.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is wasted on orders that need none.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routine volume needs automation; the risky calls need human judgment.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agent, three routes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Q-Learning agent proposes; a dual safety gate governs; the human decides the exceptions.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0312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461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Routine, confident, affordable orders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automatically — stock replenished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purchase order is issued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15968" y="182880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0288" y="210312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2461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/ low-confidence / unfamiliar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writes a plain-English rationale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— even from Discord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83296" y="1828800"/>
            <a:ext cx="3474720" cy="4206240"/>
          </a:xfrm>
          <a:prstGeom prst="roundRect">
            <a:avLst>
              <a:gd name="adj" fmla="val 3158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7616" y="2103120"/>
            <a:ext cx="822960" cy="38404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210312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6517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246120"/>
            <a:ext cx="3017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quantity cap, cost ceiling or budget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outright — no spend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with its reasons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explains — it never decides.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— architecture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FastAPI service, a Q-Learning core, and four integrations wired around it</a:t>
            </a:r>
            <a:endParaRPr lang="en-US" sz="1400" dirty="0"/>
          </a:p>
        </p:txBody>
      </p:sp>
      <p:pic>
        <p:nvPicPr>
          <p:cNvPr id="4" name="Image 0" descr="/tmp/claude-0/-home-user-Restocker/6dbfda38-6eff-5610-9deb-928beb50c61b/scratchpad/arch_h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600200"/>
            <a:ext cx="1005840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flow, end to end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situation runs through the same pipeline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194560"/>
            <a:ext cx="548640" cy="548640"/>
          </a:xfrm>
          <a:prstGeom prst="ellipse">
            <a:avLst/>
          </a:prstGeom>
          <a:solidFill>
            <a:srgbClr val="5457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8036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state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8328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→ 4-D state (LOW/MED/HIGH), 81 states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3429000"/>
            <a:ext cx="201168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10" name="Shape 8"/>
          <p:cNvSpPr/>
          <p:nvPr/>
        </p:nvSpPr>
        <p:spPr>
          <a:xfrm>
            <a:off x="2816352" y="192024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84448" y="2194560"/>
            <a:ext cx="548640" cy="548640"/>
          </a:xfrm>
          <a:prstGeom prst="ellipse">
            <a:avLst/>
          </a:prstGeom>
          <a:solidFill>
            <a:srgbClr val="5457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8444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953512" y="288036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953512" y="338328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Q-table argmax (ε=0) → action, quantity, confidence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19472" y="3429000"/>
            <a:ext cx="201168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5084064" y="192024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0" y="2194560"/>
            <a:ext cx="548640" cy="548640"/>
          </a:xfrm>
          <a:prstGeom prst="ellipse">
            <a:avLst/>
          </a:prstGeom>
          <a:solidFill>
            <a:srgbClr val="5457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521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21224" y="288036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gate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21224" y="338328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· Wait · Escalate · Auto — first match wins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187184" y="3429000"/>
            <a:ext cx="201168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22" name="Shape 20"/>
          <p:cNvSpPr/>
          <p:nvPr/>
        </p:nvSpPr>
        <p:spPr>
          <a:xfrm>
            <a:off x="7351776" y="192024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19872" y="2194560"/>
            <a:ext cx="548640" cy="548640"/>
          </a:xfrm>
          <a:prstGeom prst="ellipse">
            <a:avLst/>
          </a:prstGeom>
          <a:solidFill>
            <a:srgbClr val="5457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1987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488936" y="288036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38328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· escalate to human · or block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54896" y="3429000"/>
            <a:ext cx="201168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28" name="Shape 26"/>
          <p:cNvSpPr/>
          <p:nvPr/>
        </p:nvSpPr>
        <p:spPr>
          <a:xfrm>
            <a:off x="9619488" y="1920240"/>
            <a:ext cx="2084832" cy="3291840"/>
          </a:xfrm>
          <a:prstGeom prst="roundRect">
            <a:avLst>
              <a:gd name="adj" fmla="val 526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387584" y="2194560"/>
            <a:ext cx="548640" cy="548640"/>
          </a:xfrm>
          <a:prstGeom prst="ellipse">
            <a:avLst/>
          </a:prstGeom>
          <a:solidFill>
            <a:srgbClr val="5457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387584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9756648" y="2880360"/>
            <a:ext cx="1810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756648" y="3383280"/>
            <a:ext cx="18105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PO (+ optional webhook); replenish stock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5486400"/>
            <a:ext cx="11091672" cy="1005840"/>
          </a:xfrm>
          <a:prstGeom prst="roundRect">
            <a:avLst>
              <a:gd name="adj" fmla="val 10909"/>
            </a:avLst>
          </a:prstGeom>
          <a:solidFill>
            <a:srgbClr val="EEF0FE"/>
          </a:solidFill>
          <a:ln w="12700">
            <a:solidFill>
              <a:srgbClr val="C7D0F5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= </a:t>
            </a:r>
            <a:pPr indent="0" marL="0">
              <a:buNone/>
            </a:pPr>
            <a:r>
              <a:rPr lang="en-US" sz="15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 × margin + 0.3 × familiarity</a:t>
            </a:r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margin = how decisively the top action won;  familiarity = how well-trained the state is.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dual gate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category that matches wins — all applicable reasons are recorded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11096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78308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8308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qty &gt; MAX_ORDER_QTY, cost &gt; HARD_LIMIT, or cost &gt; budget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32888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2660904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2660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53288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3288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actions — a safe no-op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82696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10712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7724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2826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28269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&gt; AUTO_LIMIT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032504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41605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4160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032504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403250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&lt; CONF_THRESHOLD (effective)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782312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4910328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4910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478231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478231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&lt; MIN_VISITS_FAMILIAR (unfamiliar)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48640" y="5532120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77240" y="5660136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56601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325880" y="553212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53212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— routine, confident, affordable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&amp; the adaptive gate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Escalations wait for a person — on the dashboard or in Discord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executes, stock replenishes, a PO is issued. Recorded as agreement with the AI.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9224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0604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is voided. Recorded as an override of the AI.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68680" y="4206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sign-off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75488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escalation is pushed to Discord with one-click Approve / Reject links — decide from your phone.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3977640"/>
            <a:ext cx="5394960" cy="1920240"/>
          </a:xfrm>
          <a:prstGeom prst="roundRect">
            <a:avLst>
              <a:gd name="adj" fmla="val 5714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4206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gate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754880"/>
            <a:ext cx="4800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of rejections raises the confidence bar, so the gate escalates sooner. Governance only — the model is never retrained.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Reacting to the real world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/api/ingest closes the loop from the outside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2468880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37744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signal arrives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310128" y="2971800"/>
            <a:ext cx="274320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7" name="Shape 5"/>
          <p:cNvSpPr/>
          <p:nvPr/>
        </p:nvSpPr>
        <p:spPr>
          <a:xfrm>
            <a:off x="3611880" y="2377440"/>
            <a:ext cx="2468880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49040" y="237744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updated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099048" y="2971800"/>
            <a:ext cx="274320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2377440"/>
            <a:ext cx="2468880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237744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re-evaluates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887968" y="2971800"/>
            <a:ext cx="274320" cy="274320"/>
          </a:xfrm>
          <a:prstGeom prst="rightArrow">
            <a:avLst/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189720" y="2377440"/>
            <a:ext cx="2468880" cy="1463040"/>
          </a:xfrm>
          <a:prstGeom prst="roundRect">
            <a:avLst>
              <a:gd name="adj" fmla="val 7500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326880" y="237744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routed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480560"/>
            <a:ext cx="9784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demand in, decisions out — no human needed for the routine part. The feed can be an external endpoint or a built-in mock, and it degrades gracefully.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app — not a dashboard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Sidebar navigation · five pages · light &amp; dark themes · live counters</a:t>
            </a:r>
            <a:endParaRPr lang="en-US" sz="1400" dirty="0"/>
          </a:p>
        </p:txBody>
      </p:sp>
      <p:pic>
        <p:nvPicPr>
          <p:cNvPr id="4" name="Image 0" descr="/tmp/claude-0/-home-user-Restocker/6dbfda38-6eff-5610-9deb-928beb50c61b/scratchpad/app_overview_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5532120" cy="3721608"/>
          </a:xfrm>
          <a:prstGeom prst="rect">
            <a:avLst/>
          </a:prstGeom>
        </p:spPr>
      </p:pic>
      <p:pic>
        <p:nvPicPr>
          <p:cNvPr id="5" name="Image 1" descr="/tmp/claude-0/-home-user-Restocker/6dbfda38-6eff-5610-9deb-928beb50c61b/scratchpad/app_settings_ligh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600200"/>
            <a:ext cx="5532120" cy="372160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39496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— analytics &amp; routing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217920" y="5394960"/>
            <a:ext cx="5532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— live-edit the gate policy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routing at a glance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batch over the seed catalogue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31520" y="1737360"/>
          <a:ext cx="5120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783080"/>
            <a:ext cx="5239512" cy="987552"/>
          </a:xfrm>
          <a:prstGeom prst="roundRect">
            <a:avLst>
              <a:gd name="adj" fmla="val 11111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629400" y="1783080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8366760" y="178308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Auto-approved without a human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0" y="2926080"/>
            <a:ext cx="5239512" cy="987552"/>
          </a:xfrm>
          <a:prstGeom prst="roundRect">
            <a:avLst>
              <a:gd name="adj" fmla="val 11111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629400" y="2926080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292608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for human sign-off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0" y="4069080"/>
            <a:ext cx="5239512" cy="987552"/>
          </a:xfrm>
          <a:prstGeom prst="roundRect">
            <a:avLst>
              <a:gd name="adj" fmla="val 11111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629400" y="4069080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366760" y="406908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— budget protected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400800" y="5212080"/>
            <a:ext cx="5239512" cy="987552"/>
          </a:xfrm>
          <a:prstGeom prst="roundRect">
            <a:avLst>
              <a:gd name="adj" fmla="val 11111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629400" y="5212080"/>
            <a:ext cx="1645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45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8366760" y="521208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in the live catalogue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 &amp; technology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9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depth, coherently wired — all optional, all graceful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/ Slack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reject escalations from chat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15968" y="18288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90288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 webhook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90288" y="25603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receipts POSTed to a downstream system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83296" y="18288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57616" y="20574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57616" y="25603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the live service from any MCP client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886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persistence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891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survives a redeploy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15968" y="36576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590288" y="3886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ingestion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90288" y="43891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feed or mock → reactive loop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83296" y="3657600"/>
            <a:ext cx="3474720" cy="1600200"/>
          </a:xfrm>
          <a:prstGeom prst="roundRect">
            <a:avLst>
              <a:gd name="adj" fmla="val 6857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357616" y="38862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· 24 passing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357616" y="43891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Gate, confidence, persistence, API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C9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Q-Learning · SQLite · Docker · deployed on Clouds by Alternate Futures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meets the judging rubric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789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points across six criteria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execution &amp; reliability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806440" y="1938528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806440" y="19385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End-to-end, graceful degradation, 24 tests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254203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Usefulness &amp; real-world impact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06440" y="2697480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06440" y="26974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20840" y="2542032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Replenishment, budget control, real POs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33009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alignment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806440" y="3456432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06440" y="345643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3300984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volume + human sign-off on risk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59936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22960" y="40599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Creativity &amp; uniqueness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806440" y="4215384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06440" y="421538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20840" y="4059936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gate, adaptive gate, reactive loop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818888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A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" y="481888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depth &amp; integration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806440" y="4974336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06440" y="497433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720840" y="4818888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 + webhook + MCP + ingestion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E1E6E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2960" y="5577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experience &amp; presentation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806440" y="5733288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5457E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06440" y="573328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20840" y="557784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app UI, light/dark, charts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Honest, deployed, and built to the theme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607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Q-table is a synthesised, explainable policy — a drop-in artifact, not a black box.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loop adapts the gate, never the model.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D6DE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explains; the Q-table decides.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31520" y="3931920"/>
            <a:ext cx="10725912" cy="1371600"/>
          </a:xfrm>
          <a:prstGeom prst="roundRect">
            <a:avLst>
              <a:gd name="adj" fmla="val 8000"/>
            </a:avLst>
          </a:prstGeom>
          <a:solidFill>
            <a:srgbClr val="16213E"/>
          </a:solidFill>
          <a:ln w="12700">
            <a:solidFill>
              <a:srgbClr val="26324F"/>
            </a:solidFill>
            <a:prstDash val="solid"/>
          </a:ln>
          <a:effectLst>
            <a:outerShdw sx="100000" sy="100000" kx="0" ky="0" algn="bl" rotWithShape="0" blurRad="101600" dist="25400" dir="5400000">
              <a:srgbClr val="9AA8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Alternate Clouds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4526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alternate-restless-forest-3113-github-app.alternatefutures.ai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9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github.com/chhuzaifa928/Restocker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ReStock AI · Team Chat GPTwo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Chat GPTwo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ReStock AI</dc:creator>
  <cp:lastModifiedBy>ReStock AI</cp:lastModifiedBy>
  <cp:revision>1</cp:revision>
  <dcterms:created xsi:type="dcterms:W3CDTF">2026-10-17T08:41:40Z</dcterms:created>
  <dcterms:modified xsi:type="dcterms:W3CDTF">2026-10-17T08:41:40Z</dcterms:modified>
</cp:coreProperties>
</file>