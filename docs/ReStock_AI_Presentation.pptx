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Routes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Auto-approved</c:v>
                </c:pt>
                <c:pt idx="1">
                  <c:v>Escalated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03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ReStock AI — a human-governed autonomous purchasing officer, built for Agentika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Restocker/6dbfda38-6eff-5610-9deb-928beb50c61b/scratchpad/logo_p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960120"/>
            <a:ext cx="1554480" cy="1554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AI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Human-Governed Autonomous Purchasing Officer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60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handles the volume. The human owns the judgment.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749040" y="48920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749040" y="4892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Agentika 2.0 · NaSCon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48920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4892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+ AI: Better Together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Chat GPTwo  ·  Chaudhary Muhammad Huzaifa Ali  ·  Umamah Nasir Khan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restock decisions every week — and both naive answers fail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automation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mispriced or oversized order silently burns the budget.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sees the risky calls before money is spent.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scale as fast as the automation does.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11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manual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6517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drowns in routine approvals.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to demand changes is too slow.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is wasted on orders that need none.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routine volume needs automation; the risky calls need human judgment.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one agent, three routes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Q-Learning agent proposes; a dual safety gate governs; the human decides the exceptions.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Auto-execute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Routine, confident, affordable orders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automatically — stock replenished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purchase order is issued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15968" y="18288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1031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2461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/ low-confidence / unfamiliar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writes a plain-English rationale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— even from Discord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474720" cy="4206240"/>
          </a:xfrm>
          <a:prstGeom prst="roundRect">
            <a:avLst>
              <a:gd name="adj" fmla="val 3158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103120"/>
            <a:ext cx="822960" cy="38404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1031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26517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24612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quantity cap, cost ceiling or budget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outright — no spend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with its reasons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explains — it never decides.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FastAPI service, a Q-Learning core, and four integrations wired around it</a:t>
            </a:r>
            <a:endParaRPr lang="en-US" sz="1400" dirty="0"/>
          </a:p>
        </p:txBody>
      </p:sp>
      <p:pic>
        <p:nvPicPr>
          <p:cNvPr id="4" name="Image 0" descr="/tmp/claude-0/-home-user-Restocker/6dbfda38-6eff-5610-9deb-928beb50c61b/scratchpad/arch_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10058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flow, end to end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situation runs through the same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94560"/>
            <a:ext cx="548640" cy="548640"/>
          </a:xfrm>
          <a:prstGeom prst="ellipse">
            <a:avLst/>
          </a:prstGeom>
          <a:solidFill>
            <a:srgbClr val="5457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673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state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8328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→ 4-D state (LOW/MED/HIGH), 81 states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3429000"/>
            <a:ext cx="201168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2816352" y="192024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4448" y="2194560"/>
            <a:ext cx="548640" cy="548640"/>
          </a:xfrm>
          <a:prstGeom prst="ellipse">
            <a:avLst/>
          </a:prstGeom>
          <a:solidFill>
            <a:srgbClr val="5457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8444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953512" y="28803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53512" y="338328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 argmax (ε=0) → action, quantity, confidence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19472" y="3429000"/>
            <a:ext cx="201168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84064" y="192024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194560"/>
            <a:ext cx="548640" cy="548640"/>
          </a:xfrm>
          <a:prstGeom prst="ellipse">
            <a:avLst/>
          </a:prstGeom>
          <a:solidFill>
            <a:srgbClr val="5457E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521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221224" y="28803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gate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21224" y="338328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· Wait · Escalate · Auto — first match wins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87184" y="3429000"/>
            <a:ext cx="201168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51776" y="192024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19872" y="2194560"/>
            <a:ext cx="548640" cy="548640"/>
          </a:xfrm>
          <a:prstGeom prst="ellipse">
            <a:avLst/>
          </a:prstGeom>
          <a:solidFill>
            <a:srgbClr val="5457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1987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488936" y="28803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488936" y="338328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escalate to human · or block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54896" y="3429000"/>
            <a:ext cx="201168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8" name="Shape 26"/>
          <p:cNvSpPr/>
          <p:nvPr/>
        </p:nvSpPr>
        <p:spPr>
          <a:xfrm>
            <a:off x="9619488" y="1920240"/>
            <a:ext cx="2084832" cy="3291840"/>
          </a:xfrm>
          <a:prstGeom prst="roundRect">
            <a:avLst>
              <a:gd name="adj" fmla="val 526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87584" y="2194560"/>
            <a:ext cx="548640" cy="548640"/>
          </a:xfrm>
          <a:prstGeom prst="ellipse">
            <a:avLst/>
          </a:prstGeom>
          <a:solidFill>
            <a:srgbClr val="5457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38758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756648" y="288036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56648" y="3383280"/>
            <a:ext cx="18105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PO (+ optional webhook); replenish stock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48640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EEF0FE"/>
          </a:solidFill>
          <a:ln w="12700">
            <a:solidFill>
              <a:srgbClr val="C7D0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</a:t>
            </a:r>
            <a:pPr indent="0" marL="0">
              <a:buNone/>
            </a:pPr>
            <a:r>
              <a:rPr lang="en-US" sz="15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 × margin + 0.3 × familiarity</a:t>
            </a:r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margin = how decisively the top action won;  familiarity = how well-trained the state 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 gate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category that matches wins — all applicable reasons are recorded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1096"/>
            <a:ext cx="365760" cy="3657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8308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&gt; MAX_ORDER_QTY, cost &gt; HARD_LIMIT, or cost &gt; budget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60904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3288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532888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actions — a safe no-op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10712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826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28269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&gt; AUTO_LIMIT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16052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032504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03250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&lt; CONF_THRESHOLD (effective)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782312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9103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4782312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78231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&lt; MIN_VISITS_FAMILIAR (unfamiliar)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91672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5660136"/>
            <a:ext cx="365760" cy="3657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5660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532120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553212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— routine, confident, affordable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&amp; the adaptive gate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wait for a person — on the dashboard or in Discord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executes, stock replenishes, a PO is issued. Recorded as agreement with the AI.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60604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voided. Recorded as an override of the AI.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sign-off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754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escalation is pushed to Discord with one-click Approve / Reject links — decide from your phone.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gate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754880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of rejections raises the confidence bar, so the gate escalates sooner. Governance only — the model is never retrained.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Reacting to the real world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/api/ingest closes the loop from the outside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377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 arrives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0128" y="2971800"/>
            <a:ext cx="274320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361188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49040" y="2377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updated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9048" y="2971800"/>
            <a:ext cx="274320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37960" y="2377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re-evaluates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87968" y="2971800"/>
            <a:ext cx="274320" cy="274320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189720" y="23774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326880" y="237744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routed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4805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demand in, decisions out — no human needed for the routine part. The feed can be an external endpoint or a built-in mock, and it degrades gracefully.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app — not a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navigation · five pages · light &amp; dark themes · live counters</a:t>
            </a:r>
            <a:endParaRPr lang="en-US" sz="1400" dirty="0"/>
          </a:p>
        </p:txBody>
      </p:sp>
      <p:pic>
        <p:nvPicPr>
          <p:cNvPr id="4" name="Image 0" descr="/tmp/claude-0/-home-user-Restocker/6dbfda38-6eff-5610-9deb-928beb50c61b/scratchpad/app_overview_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532120" cy="3721608"/>
          </a:xfrm>
          <a:prstGeom prst="rect">
            <a:avLst/>
          </a:prstGeom>
        </p:spPr>
      </p:pic>
      <p:pic>
        <p:nvPicPr>
          <p:cNvPr id="5" name="Image 1" descr="/tmp/claude-0/-home-user-Restocker/6dbfda38-6eff-5610-9deb-928beb50c61b/scratchpad/app_settings_ligh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00200"/>
            <a:ext cx="5532120" cy="3721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39496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analytics &amp; routing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5394960"/>
            <a:ext cx="5532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— live-edit the gate policy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routing at a glance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batch over the seed catalogue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73736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783080"/>
            <a:ext cx="5239512" cy="987552"/>
          </a:xfrm>
          <a:prstGeom prst="roundRect">
            <a:avLst>
              <a:gd name="adj" fmla="val 11111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629400" y="178308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78308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Auto-approved without a human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2926080"/>
            <a:ext cx="5239512" cy="987552"/>
          </a:xfrm>
          <a:prstGeom prst="roundRect">
            <a:avLst>
              <a:gd name="adj" fmla="val 11111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629400" y="292608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92608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for human sign-off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4069080"/>
            <a:ext cx="5239512" cy="987552"/>
          </a:xfrm>
          <a:prstGeom prst="roundRect">
            <a:avLst>
              <a:gd name="adj" fmla="val 11111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629400" y="406908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406908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— budget protected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0" y="5212080"/>
            <a:ext cx="5239512" cy="987552"/>
          </a:xfrm>
          <a:prstGeom prst="roundRect">
            <a:avLst>
              <a:gd name="adj" fmla="val 11111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629400" y="5212080"/>
            <a:ext cx="1645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45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366760" y="5212080"/>
            <a:ext cx="31089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logged &amp; auditable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technology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depth, coherently wired — all optional, all graceful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/ Slack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escalations from chat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8288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0288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webhook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receipts POSTed to a downstream system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8288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7616" y="2057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5603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live service from any MCP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persistence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891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survives a redeploy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3657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0288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ingestion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43891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feed or mock → reactive loop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3296" y="365760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57616" y="3886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· 24 passing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438912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Gate, confidence, persistence, API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Q-Learning · SQLite · Docker · deployed on Clouds by Alternate Futures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meets the judging rubric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points across six criteria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execution &amp; reliability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06440" y="1938528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06440" y="193852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78308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graceful degradation, 24 tests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54203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 &amp; real-world impact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06440" y="2697480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06440" y="2697480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5420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Replenishment, budget control, real POs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33009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alignment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06440" y="3456432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06440" y="3456432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30098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volume + human sign-off on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405993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uniqueness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06440" y="4215384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806440" y="4215384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05993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gate, adaptive gate, reactive loop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18888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3F5FA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" y="48188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depth &amp; integration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06440" y="4974336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806440" y="4974336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81888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+ webhook + MCP + ingestion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22960" y="5577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presentation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806440" y="5733288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5457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06440" y="573328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55778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UI, light/dark, charts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Honest, deployed, and built to the theme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82880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Q-table is a synthesised, explainable policy — a drop-in artifact, not a black box.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feedback loop adapts the gate, never the model.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explains; the Q-table decides.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931920"/>
            <a:ext cx="10725912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26324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8C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Alternate Clouds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526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alternate-restless-forest-3113-github-app.alternatefutures.ai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github.com/chhuzaifa928/Restocker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ReStock AI · Team Chat GPTwo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Chat GPTwo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ReStock AI</dc:creator>
  <cp:lastModifiedBy>ReStock AI</cp:lastModifiedBy>
  <cp:revision>1</cp:revision>
  <dcterms:created xsi:type="dcterms:W3CDTF">2026-10-17T08:29:50Z</dcterms:created>
  <dcterms:modified xsi:type="dcterms:W3CDTF">2026-10-17T08:29:50Z</dcterms:modified>
</cp:coreProperties>
</file>